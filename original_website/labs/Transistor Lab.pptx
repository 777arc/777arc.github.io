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714" y="12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38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2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80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7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5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9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05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2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22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40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38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CCE31-8FED-4458-8A03-B3F6F69A53AE}" type="datetimeFigureOut">
              <a:rPr lang="en-US" smtClean="0"/>
              <a:t>3/21/2011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3F2EF-8CD6-4BE2-9EC0-A5304A809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2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</p:spPr>
        <p:txBody>
          <a:bodyPr/>
          <a:lstStyle/>
          <a:p>
            <a:r>
              <a:rPr lang="en-US" dirty="0" smtClean="0"/>
              <a:t>Transistor Lab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62200"/>
            <a:ext cx="6400800" cy="1752600"/>
          </a:xfrm>
        </p:spPr>
        <p:txBody>
          <a:bodyPr/>
          <a:lstStyle/>
          <a:p>
            <a:r>
              <a:rPr lang="en-US" dirty="0" smtClean="0"/>
              <a:t>Marc Lichtman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267075"/>
            <a:ext cx="3449511" cy="343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1219200"/>
            <a:ext cx="214312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524000"/>
            <a:ext cx="17526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05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Transistor?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/>
              <a:t>Amplifies current</a:t>
            </a:r>
          </a:p>
          <a:p>
            <a:r>
              <a:rPr lang="en-US" sz="2000" dirty="0" smtClean="0"/>
              <a:t>Semiconductor</a:t>
            </a:r>
          </a:p>
          <a:p>
            <a:pPr lvl="1"/>
            <a:r>
              <a:rPr lang="en-US" sz="1600" dirty="0" smtClean="0"/>
              <a:t>Made out of Silicon</a:t>
            </a:r>
          </a:p>
          <a:p>
            <a:r>
              <a:rPr lang="en-US" sz="2000" dirty="0" smtClean="0"/>
              <a:t>3 pins</a:t>
            </a:r>
          </a:p>
          <a:p>
            <a:pPr lvl="1"/>
            <a:r>
              <a:rPr lang="en-US" sz="1600" dirty="0" smtClean="0"/>
              <a:t>Collector</a:t>
            </a:r>
          </a:p>
          <a:p>
            <a:pPr lvl="1"/>
            <a:r>
              <a:rPr lang="en-US" sz="1600" dirty="0" smtClean="0"/>
              <a:t>Emitter</a:t>
            </a:r>
          </a:p>
          <a:p>
            <a:pPr lvl="1"/>
            <a:r>
              <a:rPr lang="en-US" sz="1600" dirty="0" smtClean="0"/>
              <a:t>Base</a:t>
            </a:r>
          </a:p>
          <a:p>
            <a:r>
              <a:rPr lang="en-US" sz="2000" dirty="0" smtClean="0"/>
              <a:t>NPN or PNP</a:t>
            </a:r>
          </a:p>
          <a:p>
            <a:r>
              <a:rPr lang="en-US" sz="2000" dirty="0" smtClean="0"/>
              <a:t>Used for</a:t>
            </a:r>
          </a:p>
          <a:p>
            <a:pPr lvl="1"/>
            <a:r>
              <a:rPr lang="en-US" sz="1600" dirty="0" smtClean="0"/>
              <a:t>Switching high power</a:t>
            </a:r>
          </a:p>
          <a:p>
            <a:pPr lvl="1"/>
            <a:r>
              <a:rPr lang="en-US" sz="1600" dirty="0" smtClean="0"/>
              <a:t>Logic gates (computers)</a:t>
            </a:r>
          </a:p>
          <a:p>
            <a:pPr lvl="1"/>
            <a:r>
              <a:rPr lang="en-US" sz="1600" dirty="0" smtClean="0"/>
              <a:t>Amplifiers</a:t>
            </a:r>
          </a:p>
          <a:p>
            <a:r>
              <a:rPr lang="en-US" sz="2000" dirty="0" smtClean="0"/>
              <a:t>Different Types</a:t>
            </a:r>
          </a:p>
          <a:p>
            <a:pPr lvl="1"/>
            <a:r>
              <a:rPr lang="en-US" sz="1600" dirty="0" smtClean="0"/>
              <a:t>Bipolar junction transistor (BJT)</a:t>
            </a:r>
          </a:p>
          <a:p>
            <a:pPr lvl="1"/>
            <a:r>
              <a:rPr lang="en-US" sz="1600" dirty="0" smtClean="0"/>
              <a:t>Field-effect transistor (FET)</a:t>
            </a:r>
          </a:p>
          <a:p>
            <a:pPr lvl="1"/>
            <a:r>
              <a:rPr lang="en-US" sz="1600" dirty="0" smtClean="0"/>
              <a:t>Many others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828800"/>
            <a:ext cx="1828800" cy="1729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667000"/>
            <a:ext cx="214312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081462"/>
            <a:ext cx="1551695" cy="170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34000" y="2362200"/>
            <a:ext cx="8382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09725"/>
            <a:ext cx="4191000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Switching Transistor (NPN)</a:t>
            </a:r>
            <a:endParaRPr lang="en-US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2400300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4114800"/>
            <a:ext cx="6000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4800600" y="2438400"/>
            <a:ext cx="0" cy="690562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581400" y="4724400"/>
            <a:ext cx="609600" cy="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34000" y="5105400"/>
            <a:ext cx="5410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	</a:t>
            </a:r>
            <a:r>
              <a:rPr lang="en-US" u="sng" dirty="0" smtClean="0"/>
              <a:t>Steps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Measure voltage at B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Calculate currents shown in orange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Measure currents shown in orange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Replace 100k with your body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Measure currents again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0" y="1688068"/>
            <a:ext cx="2057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+5V Power Supply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105400" y="3124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Long pin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562600" y="2500312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Big resistor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6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63</Words>
  <Application>Microsoft Office PowerPoint</Application>
  <PresentationFormat>On-screen Show (4:3)</PresentationFormat>
  <Paragraphs>29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Transistor Lab</vt:lpstr>
      <vt:lpstr>What is a Transistor?</vt:lpstr>
      <vt:lpstr>Switching Transistor (NPN)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Transistor Lab</dc:title>
  <dc:creator>Marc</dc:creator>
  <cp:lastModifiedBy>Marc</cp:lastModifiedBy>
  <cp:revision>14</cp:revision>
  <dcterms:created xsi:type="dcterms:W3CDTF">2011-03-21T13:08:29Z</dcterms:created>
  <dcterms:modified xsi:type="dcterms:W3CDTF">2011-03-22T00:01:50Z</dcterms:modified>
</cp:coreProperties>
</file>