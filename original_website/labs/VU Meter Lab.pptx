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2244" y="-8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6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7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5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6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0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35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35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5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78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DFFB1-8377-41B5-9419-719282FBEFA3}" type="datetimeFigureOut">
              <a:rPr lang="en-US" smtClean="0"/>
              <a:t>12/2/2010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F0F00-0279-4633-984D-92F6832E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4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ameco.com/webapp/wcs/stores/servlet/Product_10001_10001_2125042_-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VU Meter Lab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Marc </a:t>
            </a:r>
            <a:r>
              <a:rPr lang="en-US" dirty="0" err="1" smtClean="0"/>
              <a:t>Lichtman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25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29" y="92651"/>
            <a:ext cx="8530071" cy="6907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086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Calculations</a:t>
            </a:r>
            <a:endParaRPr lang="en-US" dirty="0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05000"/>
            <a:ext cx="592206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62200" y="4602033"/>
            <a:ext cx="3571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R1 = 2k ohm   (red black red)</a:t>
            </a:r>
          </a:p>
          <a:p>
            <a:r>
              <a:rPr lang="en-US" sz="2000" dirty="0" smtClean="0"/>
              <a:t>R2 = 200 ohm  (red black brown)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5773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838200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LM3916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10 LEDs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9 volt battery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2k ohm resistor (red black red)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200 ohm resistor (red black brown)</a:t>
            </a:r>
            <a:endParaRPr lang="en-US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0" y="3817440"/>
            <a:ext cx="3581400" cy="204996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54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14600" y="5094982"/>
            <a:ext cx="6172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Notes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 smtClean="0"/>
              <a:t>For LEDs, longer pin is the + side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 smtClean="0"/>
              <a:t>Make sure the notch on the chip is at the top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0"/>
            <a:ext cx="514350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153400" y="3352800"/>
            <a:ext cx="129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200 ohm</a:t>
            </a:r>
          </a:p>
          <a:p>
            <a:r>
              <a:rPr lang="en-US" sz="1400" dirty="0" smtClean="0"/>
              <a:t>(red black brown)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134100" y="35814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2k ohm</a:t>
            </a:r>
          </a:p>
          <a:p>
            <a:r>
              <a:rPr lang="en-US" sz="1400" dirty="0" smtClean="0"/>
              <a:t>(red black red)</a:t>
            </a:r>
            <a:endParaRPr lang="en-US" sz="1400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858000" y="3124200"/>
            <a:ext cx="571500" cy="5979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801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make this yourself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Go to an online retailer like jameco.com or digikey.com</a:t>
            </a:r>
          </a:p>
          <a:p>
            <a:r>
              <a:rPr lang="en-US" sz="2000" dirty="0" smtClean="0"/>
              <a:t>Find an LM3916, 10 low cost LEDs, and resistors</a:t>
            </a:r>
          </a:p>
          <a:p>
            <a:r>
              <a:rPr lang="en-US" sz="2000" dirty="0" smtClean="0"/>
              <a:t>Search “</a:t>
            </a:r>
            <a:r>
              <a:rPr lang="en-US" sz="2000" dirty="0" err="1" smtClean="0"/>
              <a:t>stripboard</a:t>
            </a:r>
            <a:r>
              <a:rPr lang="en-US" sz="2000" dirty="0" smtClean="0"/>
              <a:t>” to find a board to solder everything to like </a:t>
            </a:r>
            <a:r>
              <a:rPr lang="en-US" sz="2000" dirty="0" smtClean="0">
                <a:hlinkClick r:id="rId2"/>
              </a:rPr>
              <a:t>this</a:t>
            </a:r>
            <a:r>
              <a:rPr lang="en-US" sz="2000" dirty="0" smtClean="0"/>
              <a:t> one</a:t>
            </a:r>
          </a:p>
          <a:p>
            <a:r>
              <a:rPr lang="en-US" sz="2000" dirty="0" smtClean="0"/>
              <a:t>Learn how to solder</a:t>
            </a:r>
          </a:p>
          <a:p>
            <a:r>
              <a:rPr lang="en-US" sz="2000" dirty="0" smtClean="0"/>
              <a:t>Use either my schematic or the LM3916 datasheet to design the circuit</a:t>
            </a:r>
          </a:p>
          <a:p>
            <a:r>
              <a:rPr lang="en-US" sz="2000" dirty="0" smtClean="0"/>
              <a:t>Find an old pair of headphones and cut off the connector, then find a headphone splitter so you can connect both the circuit and a pair of speakers to the source of music</a:t>
            </a:r>
          </a:p>
        </p:txBody>
      </p:sp>
    </p:spTree>
    <p:extLst>
      <p:ext uri="{BB962C8B-B14F-4D97-AF65-F5344CB8AC3E}">
        <p14:creationId xmlns:p14="http://schemas.microsoft.com/office/powerpoint/2010/main" val="2587158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171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VU Meter Lab</vt:lpstr>
      <vt:lpstr>PowerPoint Presentation</vt:lpstr>
      <vt:lpstr>Calculations</vt:lpstr>
      <vt:lpstr>PowerPoint Presentation</vt:lpstr>
      <vt:lpstr>How to make this yourself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</dc:creator>
  <cp:lastModifiedBy>Marc</cp:lastModifiedBy>
  <cp:revision>6</cp:revision>
  <dcterms:created xsi:type="dcterms:W3CDTF">2010-11-23T00:43:24Z</dcterms:created>
  <dcterms:modified xsi:type="dcterms:W3CDTF">2010-12-03T04:06:23Z</dcterms:modified>
</cp:coreProperties>
</file>