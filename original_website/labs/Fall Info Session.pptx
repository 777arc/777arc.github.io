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0" r:id="rId6"/>
    <p:sldId id="259" r:id="rId7"/>
    <p:sldId id="262" r:id="rId8"/>
    <p:sldId id="261" r:id="rId9"/>
    <p:sldId id="263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8" autoAdjust="0"/>
    <p:restoredTop sz="94660"/>
  </p:normalViewPr>
  <p:slideViewPr>
    <p:cSldViewPr>
      <p:cViewPr varScale="1">
        <p:scale>
          <a:sx n="126" d="100"/>
          <a:sy n="126" d="100"/>
        </p:scale>
        <p:origin x="-11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40000"/>
          </a:blip>
          <a:srcRect/>
          <a:stretch>
            <a:fillRect/>
          </a:stretch>
        </p:blipFill>
        <p:spPr bwMode="auto">
          <a:xfrm>
            <a:off x="0" y="0"/>
            <a:ext cx="9149126" cy="723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2743200"/>
            <a:ext cx="5181600" cy="1447800"/>
          </a:xfr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r>
              <a:rPr lang="en-US" sz="8900" dirty="0" smtClean="0">
                <a:solidFill>
                  <a:sysClr val="windowText" lastClr="000000"/>
                </a:solidFill>
                <a:effectLst/>
                <a:latin typeface="Agency FB" pitchFamily="34" charset="0"/>
              </a:rPr>
              <a:t>Electronics Lab</a:t>
            </a:r>
            <a:endParaRPr lang="en-US" dirty="0">
              <a:solidFill>
                <a:sysClr val="windowText" lastClr="000000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2133600"/>
            <a:ext cx="2476500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Marc Lichtman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Senior in Electrical Engineering</a:t>
            </a:r>
          </a:p>
          <a:p>
            <a:r>
              <a:rPr lang="en-US" dirty="0" smtClean="0"/>
              <a:t>Hobbies:</a:t>
            </a:r>
          </a:p>
          <a:p>
            <a:pPr lvl="1"/>
            <a:r>
              <a:rPr lang="en-US" dirty="0" smtClean="0"/>
              <a:t>Electronics</a:t>
            </a:r>
          </a:p>
          <a:p>
            <a:pPr lvl="1"/>
            <a:r>
              <a:rPr lang="en-US" dirty="0" smtClean="0"/>
              <a:t>CNC</a:t>
            </a:r>
          </a:p>
          <a:p>
            <a:pPr lvl="1"/>
            <a:r>
              <a:rPr lang="en-US" dirty="0" smtClean="0"/>
              <a:t>Airsoft</a:t>
            </a:r>
          </a:p>
          <a:p>
            <a:r>
              <a:rPr lang="en-US" dirty="0" err="1" smtClean="0"/>
              <a:t>Lutron</a:t>
            </a:r>
            <a:r>
              <a:rPr lang="en-US" dirty="0" smtClean="0"/>
              <a:t> Electronics Co-op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419350"/>
            <a:ext cx="1156607" cy="161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2495550"/>
            <a:ext cx="216027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4763044"/>
            <a:ext cx="3276600" cy="1942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This 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Strictly Practical</a:t>
            </a:r>
          </a:p>
          <a:p>
            <a:pPr lvl="1"/>
            <a:r>
              <a:rPr lang="en-US" dirty="0" smtClean="0"/>
              <a:t>Less design, more building and hacking</a:t>
            </a:r>
          </a:p>
          <a:p>
            <a:pPr lvl="1"/>
            <a:r>
              <a:rPr lang="en-US" dirty="0" smtClean="0"/>
              <a:t>Less math, more formulas</a:t>
            </a:r>
          </a:p>
          <a:p>
            <a:pPr lvl="1"/>
            <a:r>
              <a:rPr lang="en-US" dirty="0" smtClean="0"/>
              <a:t>Cheat all you want</a:t>
            </a:r>
          </a:p>
          <a:p>
            <a:r>
              <a:rPr lang="en-US" dirty="0" smtClean="0"/>
              <a:t>Not a Lecture- use Wikipedia to learn specifics</a:t>
            </a:r>
          </a:p>
          <a:p>
            <a:r>
              <a:rPr lang="en-US" dirty="0" smtClean="0"/>
              <a:t>Different component every week</a:t>
            </a:r>
          </a:p>
          <a:p>
            <a:r>
              <a:rPr lang="en-US" dirty="0" smtClean="0"/>
              <a:t>You will make circuits that do something</a:t>
            </a:r>
          </a:p>
          <a:p>
            <a:r>
              <a:rPr lang="en-US" dirty="0" smtClean="0"/>
              <a:t>DC based circuits</a:t>
            </a:r>
          </a:p>
          <a:p>
            <a:r>
              <a:rPr lang="en-US" dirty="0" smtClean="0"/>
              <a:t>Fun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Participate?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Electronics</a:t>
            </a:r>
          </a:p>
          <a:p>
            <a:pPr lvl="1"/>
            <a:r>
              <a:rPr lang="en-US" dirty="0" smtClean="0"/>
              <a:t>Fun and low cost hobby (</a:t>
            </a:r>
            <a:r>
              <a:rPr lang="en-US" dirty="0" smtClean="0"/>
              <a:t>sample parts for free)</a:t>
            </a:r>
            <a:endParaRPr lang="en-US" dirty="0"/>
          </a:p>
          <a:p>
            <a:pPr lvl="1"/>
            <a:r>
              <a:rPr lang="en-US" dirty="0" smtClean="0"/>
              <a:t>Very applicable knowledge for all engineers</a:t>
            </a:r>
          </a:p>
          <a:p>
            <a:r>
              <a:rPr lang="en-US" dirty="0" smtClean="0"/>
              <a:t>This Lab</a:t>
            </a:r>
          </a:p>
          <a:p>
            <a:pPr lvl="1"/>
            <a:r>
              <a:rPr lang="en-US" dirty="0" smtClean="0"/>
              <a:t>Easy way to get </a:t>
            </a:r>
            <a:r>
              <a:rPr lang="en-US" dirty="0" smtClean="0"/>
              <a:t>started in electronics</a:t>
            </a:r>
            <a:endParaRPr lang="en-US" dirty="0" smtClean="0"/>
          </a:p>
          <a:p>
            <a:pPr lvl="1"/>
            <a:r>
              <a:rPr lang="en-US" dirty="0" smtClean="0"/>
              <a:t>Everything is </a:t>
            </a:r>
            <a:r>
              <a:rPr lang="en-US" dirty="0" smtClean="0"/>
              <a:t>provided (components and tools)</a:t>
            </a:r>
            <a:endParaRPr lang="en-US" dirty="0" smtClean="0"/>
          </a:p>
          <a:p>
            <a:pPr lvl="1"/>
            <a:r>
              <a:rPr lang="en-US" dirty="0" smtClean="0"/>
              <a:t>You can pick at my brain</a:t>
            </a:r>
          </a:p>
          <a:p>
            <a:pPr lvl="1"/>
            <a:r>
              <a:rPr lang="en-US" dirty="0" smtClean="0"/>
              <a:t>For future </a:t>
            </a:r>
            <a:r>
              <a:rPr lang="en-US" dirty="0" smtClean="0"/>
              <a:t>ECE’s- get ahead of the game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53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627437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7200" dirty="0" smtClean="0"/>
              <a:t>ONLY COME IF YOU ARE INTERESTED</a:t>
            </a:r>
            <a:endParaRPr lang="en-US" sz="7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576262"/>
            <a:ext cx="3268610" cy="2852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6059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81200"/>
            <a:ext cx="8229600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Identify a capacitor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Wire and build a circuit, given a schematic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Use a premade circuit and formula to come up with your own unique schematic</a:t>
            </a:r>
          </a:p>
          <a:p>
            <a:pPr marL="514350" indent="-514350">
              <a:buFont typeface="+mj-lt"/>
              <a:buAutoNum type="arabicPeriod"/>
            </a:pP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3048000" y="838200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i="1" dirty="0" smtClean="0"/>
              <a:t>Can </a:t>
            </a:r>
            <a:r>
              <a:rPr lang="en-US" sz="5400" i="1" dirty="0" smtClean="0"/>
              <a:t>you….</a:t>
            </a:r>
            <a:endParaRPr lang="en-US" sz="5400" i="1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9418" y="4495800"/>
            <a:ext cx="2687782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075" y="5029200"/>
            <a:ext cx="2600325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7136" y="1885793"/>
            <a:ext cx="6858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5143" y="1795462"/>
            <a:ext cx="943257" cy="94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727960"/>
            <a:ext cx="1015239" cy="101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8034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79273"/>
            <a:ext cx="8229600" cy="45259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Breadboard (and wire)		</a:t>
            </a:r>
            <a:r>
              <a:rPr lang="en-US" dirty="0" err="1" smtClean="0"/>
              <a:t>Multimeter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00" y="2362200"/>
            <a:ext cx="2400300" cy="29512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2438400"/>
            <a:ext cx="2428875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892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570037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Weekly Components</a:t>
            </a:r>
          </a:p>
          <a:p>
            <a:pPr lvl="1"/>
            <a:r>
              <a:rPr lang="en-US" sz="2400" dirty="0" smtClean="0"/>
              <a:t>555 timer</a:t>
            </a:r>
          </a:p>
          <a:p>
            <a:pPr lvl="1"/>
            <a:r>
              <a:rPr lang="en-US" sz="2400" dirty="0" smtClean="0"/>
              <a:t>Op-amp</a:t>
            </a:r>
          </a:p>
          <a:p>
            <a:pPr lvl="1"/>
            <a:r>
              <a:rPr lang="en-US" sz="2400" dirty="0" smtClean="0"/>
              <a:t>LM3916</a:t>
            </a:r>
          </a:p>
          <a:p>
            <a:pPr lvl="1"/>
            <a:r>
              <a:rPr lang="en-US" sz="2400" dirty="0" smtClean="0"/>
              <a:t>Transistors</a:t>
            </a:r>
          </a:p>
          <a:p>
            <a:r>
              <a:rPr lang="en-US" dirty="0" smtClean="0"/>
              <a:t>Components we will always use</a:t>
            </a:r>
          </a:p>
          <a:p>
            <a:pPr lvl="1"/>
            <a:r>
              <a:rPr lang="en-US" sz="2400" dirty="0" smtClean="0"/>
              <a:t>Resistors</a:t>
            </a:r>
          </a:p>
          <a:p>
            <a:pPr lvl="1"/>
            <a:r>
              <a:rPr lang="en-US" sz="2400" dirty="0" smtClean="0"/>
              <a:t>LEDs</a:t>
            </a:r>
          </a:p>
          <a:p>
            <a:pPr lvl="1"/>
            <a:r>
              <a:rPr lang="en-US" sz="2400" dirty="0" smtClean="0"/>
              <a:t>Voltage supply (battery)</a:t>
            </a:r>
          </a:p>
          <a:p>
            <a:pPr lvl="1"/>
            <a:r>
              <a:rPr lang="en-US" sz="2400" dirty="0" smtClean="0"/>
              <a:t>Capacitors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1524000"/>
            <a:ext cx="3028950" cy="2271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4419600"/>
            <a:ext cx="29718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7128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Take Stuff Apart Day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619250"/>
            <a:ext cx="5867400" cy="4400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68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550" y="3943350"/>
            <a:ext cx="2914650" cy="2914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Practical Microcontroller Lab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Idea for next </a:t>
            </a:r>
            <a:r>
              <a:rPr lang="en-US" dirty="0" smtClean="0"/>
              <a:t>semester’s lab</a:t>
            </a:r>
            <a:endParaRPr lang="en-US" dirty="0" smtClean="0"/>
          </a:p>
          <a:p>
            <a:r>
              <a:rPr lang="en-US" dirty="0" smtClean="0"/>
              <a:t>Uses knowledge gained during this semester</a:t>
            </a:r>
          </a:p>
          <a:p>
            <a:r>
              <a:rPr lang="en-US" dirty="0" smtClean="0"/>
              <a:t>Microcontrollers are fun to play with</a:t>
            </a:r>
          </a:p>
          <a:p>
            <a:r>
              <a:rPr lang="en-US" dirty="0" smtClean="0"/>
              <a:t>You can make very complex </a:t>
            </a:r>
            <a:r>
              <a:rPr lang="en-US" dirty="0" smtClean="0"/>
              <a:t>electronics with little hardware</a:t>
            </a:r>
            <a:endParaRPr lang="en-US" dirty="0" smtClean="0"/>
          </a:p>
          <a:p>
            <a:r>
              <a:rPr lang="en-US" dirty="0" err="1" smtClean="0"/>
              <a:t>Arduino</a:t>
            </a:r>
            <a:r>
              <a:rPr lang="en-US" dirty="0" smtClean="0"/>
              <a:t> is so easy to use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51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213</Words>
  <Application>Microsoft Office PowerPoint</Application>
  <PresentationFormat>On-screen Show (4:3)</PresentationFormat>
  <Paragraphs>54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Electronics Lab</vt:lpstr>
      <vt:lpstr>Marc Lichtman</vt:lpstr>
      <vt:lpstr>About This Lab</vt:lpstr>
      <vt:lpstr>Why Participate?</vt:lpstr>
      <vt:lpstr>PowerPoint Presentation</vt:lpstr>
      <vt:lpstr>PowerPoint Presentation</vt:lpstr>
      <vt:lpstr>Tools</vt:lpstr>
      <vt:lpstr>Components</vt:lpstr>
      <vt:lpstr>Take Stuff Apart Day</vt:lpstr>
      <vt:lpstr>Practical Microcontroller Lab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Lab</dc:title>
  <dc:creator/>
  <cp:lastModifiedBy>Marc</cp:lastModifiedBy>
  <cp:revision>21</cp:revision>
  <dcterms:created xsi:type="dcterms:W3CDTF">2006-08-16T00:00:00Z</dcterms:created>
  <dcterms:modified xsi:type="dcterms:W3CDTF">2010-09-18T16:13:25Z</dcterms:modified>
</cp:coreProperties>
</file>