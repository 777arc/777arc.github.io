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516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2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5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9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7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2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60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31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9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3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8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2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87FA9-1B85-427D-8F11-BD56DAB250A4}" type="datetimeFigureOut">
              <a:rPr lang="en-US" smtClean="0"/>
              <a:t>4/18/2011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4CAB2-AA72-42B4-9776-956F0C6C6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4343400"/>
            <a:ext cx="3333750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-76200"/>
            <a:ext cx="4124325" cy="263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2635325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68575"/>
            <a:ext cx="7772400" cy="1470025"/>
          </a:xfrm>
        </p:spPr>
        <p:txBody>
          <a:bodyPr/>
          <a:lstStyle/>
          <a:p>
            <a:r>
              <a:rPr lang="en-US" dirty="0" smtClean="0"/>
              <a:t>Audio Lab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Marc Lichtman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4724399"/>
            <a:ext cx="3467100" cy="2014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129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Tone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tone(9, 400);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First parameter = pin to use</a:t>
            </a:r>
          </a:p>
          <a:p>
            <a:pPr marL="0" indent="0">
              <a:buNone/>
            </a:pPr>
            <a:r>
              <a:rPr lang="en-US" sz="2400" dirty="0" smtClean="0"/>
              <a:t>Second parameter = frequency in Hertz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733800"/>
            <a:ext cx="5098694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905000" y="3505200"/>
            <a:ext cx="54864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05000" y="5867400"/>
            <a:ext cx="54864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3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05000" y="274638"/>
            <a:ext cx="8229600" cy="1143000"/>
          </a:xfrm>
        </p:spPr>
        <p:txBody>
          <a:bodyPr/>
          <a:lstStyle/>
          <a:p>
            <a:r>
              <a:rPr lang="en-US" u="sng" dirty="0" smtClean="0"/>
              <a:t>Hardware</a:t>
            </a:r>
            <a:endParaRPr lang="en-US" u="sng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1705071"/>
            <a:ext cx="4191000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362200" y="1840468"/>
            <a:ext cx="2590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5V (On Arduino)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819400" y="3238500"/>
            <a:ext cx="914400" cy="723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4200525"/>
            <a:ext cx="6000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3314700" y="2590800"/>
            <a:ext cx="1562100" cy="723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314700" y="2667000"/>
            <a:ext cx="7239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781300" y="3238500"/>
            <a:ext cx="723900" cy="7239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781300" y="3429000"/>
            <a:ext cx="952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Speaker</a:t>
            </a:r>
            <a:endParaRPr lang="en-US" sz="14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4648200" y="-381000"/>
            <a:ext cx="0" cy="73914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/>
          </p:cNvSpPr>
          <p:nvPr/>
        </p:nvSpPr>
        <p:spPr>
          <a:xfrm>
            <a:off x="2743200" y="304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 smtClean="0"/>
              <a:t>Software</a:t>
            </a:r>
            <a:endParaRPr lang="en-US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4876800" y="2133600"/>
            <a:ext cx="457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void setup() {                </a:t>
            </a:r>
          </a:p>
          <a:p>
            <a:r>
              <a:rPr lang="en-US" sz="1600" dirty="0" smtClean="0"/>
              <a:t>      </a:t>
            </a:r>
            <a:r>
              <a:rPr lang="en-US" sz="1600" dirty="0" err="1" smtClean="0"/>
              <a:t>pinMode</a:t>
            </a:r>
            <a:r>
              <a:rPr lang="en-US" sz="1600" dirty="0" smtClean="0"/>
              <a:t>(9, OUTPUT);  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// change 9 with whatever pin you use </a:t>
            </a:r>
          </a:p>
          <a:p>
            <a:r>
              <a:rPr lang="en-US" sz="1600" dirty="0" smtClean="0"/>
              <a:t>}</a:t>
            </a:r>
          </a:p>
          <a:p>
            <a:endParaRPr lang="en-US" sz="1600" dirty="0" smtClean="0"/>
          </a:p>
          <a:p>
            <a:r>
              <a:rPr lang="en-US" sz="1600" dirty="0" smtClean="0"/>
              <a:t>void loop() {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   tone(9,1000);    //use 1000 Hz tone</a:t>
            </a:r>
          </a:p>
          <a:p>
            <a:r>
              <a:rPr lang="en-US" sz="1600" dirty="0" smtClean="0"/>
              <a:t>      delay(500);        //delay 500ms (0.5 seconds)</a:t>
            </a:r>
          </a:p>
          <a:p>
            <a:r>
              <a:rPr lang="en-US" sz="1600" dirty="0" smtClean="0"/>
              <a:t>      tone(9,500);      //use 500 Hz tone</a:t>
            </a:r>
          </a:p>
          <a:p>
            <a:r>
              <a:rPr lang="en-US" sz="1600" dirty="0" smtClean="0"/>
              <a:t>      delay(500);        //delay 500ms (0.5 seconds)</a:t>
            </a:r>
          </a:p>
          <a:p>
            <a:r>
              <a:rPr lang="en-US" sz="1600" dirty="0" smtClean="0"/>
              <a:t>}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304800" y="4114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TONE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257800" y="12192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Use this code to test your speaker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53000" y="5602069"/>
            <a:ext cx="388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When you have it working, take 5 minutes to make some fun sounds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(try using for loops)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" y="1380841"/>
            <a:ext cx="2400300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71600" y="4648200"/>
            <a:ext cx="1895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</a:t>
            </a:r>
            <a:r>
              <a:rPr lang="en-US" sz="1400" dirty="0" smtClean="0"/>
              <a:t>ed-black-red</a:t>
            </a:r>
            <a:endParaRPr lang="en-US" sz="14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1676400" y="4038600"/>
            <a:ext cx="7239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 2k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167062" y="2952750"/>
            <a:ext cx="1895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</a:t>
            </a:r>
            <a:r>
              <a:rPr lang="en-US" sz="1400" dirty="0" smtClean="0"/>
              <a:t>ed-black-brown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38789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Musical Frequencies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057400"/>
            <a:ext cx="2933700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14400" y="2046744"/>
            <a:ext cx="3505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 smtClean="0"/>
              <a:t>#define  </a:t>
            </a:r>
            <a:r>
              <a:rPr lang="it-IT" sz="2400" dirty="0"/>
              <a:t>C</a:t>
            </a:r>
            <a:r>
              <a:rPr lang="it-IT" sz="2400" dirty="0" smtClean="0"/>
              <a:t>   261    //in Hz</a:t>
            </a:r>
          </a:p>
          <a:p>
            <a:r>
              <a:rPr lang="it-IT" sz="2400" dirty="0" smtClean="0"/>
              <a:t>#define  </a:t>
            </a:r>
            <a:r>
              <a:rPr lang="it-IT" sz="2400" dirty="0"/>
              <a:t>D</a:t>
            </a:r>
            <a:r>
              <a:rPr lang="it-IT" sz="2400" dirty="0" smtClean="0"/>
              <a:t>   294 </a:t>
            </a:r>
          </a:p>
          <a:p>
            <a:r>
              <a:rPr lang="it-IT" sz="2400" dirty="0" smtClean="0"/>
              <a:t>#define  </a:t>
            </a:r>
            <a:r>
              <a:rPr lang="it-IT" sz="2400" dirty="0"/>
              <a:t>E</a:t>
            </a:r>
            <a:r>
              <a:rPr lang="it-IT" sz="2400" dirty="0" smtClean="0"/>
              <a:t>   329</a:t>
            </a:r>
          </a:p>
          <a:p>
            <a:r>
              <a:rPr lang="it-IT" sz="2400" dirty="0" smtClean="0"/>
              <a:t>#define  </a:t>
            </a:r>
            <a:r>
              <a:rPr lang="it-IT" sz="2400" dirty="0"/>
              <a:t>F</a:t>
            </a:r>
            <a:r>
              <a:rPr lang="it-IT" sz="2400" dirty="0" smtClean="0"/>
              <a:t>   349 </a:t>
            </a:r>
          </a:p>
          <a:p>
            <a:r>
              <a:rPr lang="it-IT" sz="2400" dirty="0" smtClean="0"/>
              <a:t>#define  G   392 </a:t>
            </a:r>
          </a:p>
          <a:p>
            <a:r>
              <a:rPr lang="it-IT" sz="2400" dirty="0" smtClean="0"/>
              <a:t>#define  </a:t>
            </a:r>
            <a:r>
              <a:rPr lang="it-IT" sz="2400" dirty="0"/>
              <a:t>A</a:t>
            </a:r>
            <a:r>
              <a:rPr lang="it-IT" sz="2400" dirty="0" smtClean="0"/>
              <a:t>   440 </a:t>
            </a:r>
          </a:p>
          <a:p>
            <a:r>
              <a:rPr lang="it-IT" sz="2400" dirty="0" smtClean="0"/>
              <a:t>#define  B   493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362200" y="6019800"/>
            <a:ext cx="601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rgbClr val="FF0000"/>
                </a:solidFill>
              </a:rPr>
              <a:t>Be sure to use capital letters!</a:t>
            </a:r>
            <a:endParaRPr lang="en-US" sz="28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34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Musical Frequencies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057400"/>
            <a:ext cx="2933700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14400" y="2046744"/>
            <a:ext cx="3505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/>
              <a:t>#define  C   261    //in </a:t>
            </a:r>
            <a:r>
              <a:rPr lang="it-IT" sz="2400" dirty="0" smtClean="0"/>
              <a:t>Hz</a:t>
            </a:r>
          </a:p>
          <a:p>
            <a:r>
              <a:rPr lang="it-IT" sz="2400" dirty="0" smtClean="0"/>
              <a:t>#</a:t>
            </a:r>
            <a:r>
              <a:rPr lang="it-IT" sz="2400" dirty="0"/>
              <a:t>define  D   294 </a:t>
            </a:r>
          </a:p>
          <a:p>
            <a:r>
              <a:rPr lang="it-IT" sz="2400" dirty="0"/>
              <a:t>#define  E   329</a:t>
            </a:r>
          </a:p>
          <a:p>
            <a:r>
              <a:rPr lang="it-IT" sz="2400" dirty="0"/>
              <a:t>#define  F   349 </a:t>
            </a:r>
          </a:p>
          <a:p>
            <a:r>
              <a:rPr lang="it-IT" sz="2400" dirty="0"/>
              <a:t>#define  G   392 </a:t>
            </a:r>
          </a:p>
          <a:p>
            <a:r>
              <a:rPr lang="it-IT" sz="2400" dirty="0"/>
              <a:t>#define  A   440 </a:t>
            </a:r>
          </a:p>
          <a:p>
            <a:r>
              <a:rPr lang="it-IT" sz="2400" dirty="0"/>
              <a:t>#define  B   493</a:t>
            </a:r>
            <a:endParaRPr lang="en-US" sz="2400" dirty="0"/>
          </a:p>
          <a:p>
            <a:r>
              <a:rPr lang="en-US" sz="2400" dirty="0" smtClean="0"/>
              <a:t>#define  R   40000 </a:t>
            </a:r>
          </a:p>
          <a:p>
            <a:r>
              <a:rPr lang="en-US" sz="2400" dirty="0" smtClean="0"/>
              <a:t>#define  END  0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762000" y="4648200"/>
            <a:ext cx="2667000" cy="814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2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Notes and Duration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int music[] =  {C,D,E,F,G,A,B,C*2,END};    //notes you want to play</a:t>
            </a:r>
          </a:p>
          <a:p>
            <a:pPr marL="0" indent="0">
              <a:buNone/>
            </a:pPr>
            <a:r>
              <a:rPr lang="en-US" sz="2400" dirty="0" smtClean="0"/>
              <a:t>int duration[] = {1,1,1,1,1,1,1,1};    //duration of each note in seconds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Hints:</a:t>
            </a:r>
            <a:endParaRPr lang="en-US" sz="2400" dirty="0"/>
          </a:p>
          <a:p>
            <a:r>
              <a:rPr lang="en-US" sz="2400" dirty="0"/>
              <a:t>C</a:t>
            </a:r>
            <a:r>
              <a:rPr lang="en-US" sz="2400" dirty="0" smtClean="0"/>
              <a:t>*2 is used to make the “higher pitch” C</a:t>
            </a:r>
          </a:p>
          <a:p>
            <a:r>
              <a:rPr lang="en-US" sz="2400" dirty="0" smtClean="0"/>
              <a:t>Use END to tell your program when to stop reading the array</a:t>
            </a:r>
          </a:p>
          <a:p>
            <a:r>
              <a:rPr lang="en-US" sz="2400" dirty="0" smtClean="0"/>
              <a:t>For every note, there should be a duration 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051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Play the Music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46237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void setup() {                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pinMode</a:t>
            </a:r>
            <a:r>
              <a:rPr lang="en-US" dirty="0" smtClean="0"/>
              <a:t>(9, OUTPUT); 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void loop() {</a:t>
            </a:r>
          </a:p>
          <a:p>
            <a:pPr marL="0" indent="0">
              <a:buNone/>
            </a:pPr>
            <a:r>
              <a:rPr lang="en-US" dirty="0" smtClean="0"/>
              <a:t>    int i = 0;</a:t>
            </a:r>
          </a:p>
          <a:p>
            <a:pPr marL="0" indent="0">
              <a:buNone/>
            </a:pPr>
            <a:r>
              <a:rPr lang="en-US" dirty="0" smtClean="0"/>
              <a:t>    while (music[i] != END)</a:t>
            </a:r>
            <a:r>
              <a:rPr lang="en-US" dirty="0"/>
              <a:t> </a:t>
            </a:r>
            <a:r>
              <a:rPr lang="en-US" dirty="0" smtClean="0"/>
              <a:t>          //runs until it reaches “END”</a:t>
            </a:r>
          </a:p>
          <a:p>
            <a:pPr marL="0" indent="0">
              <a:buNone/>
            </a:pPr>
            <a:r>
              <a:rPr lang="en-US" dirty="0" smtClean="0"/>
              <a:t>    {</a:t>
            </a:r>
          </a:p>
          <a:p>
            <a:pPr marL="0" indent="0">
              <a:buNone/>
            </a:pPr>
            <a:r>
              <a:rPr lang="en-US" dirty="0" smtClean="0"/>
              <a:t>       tone(9,music[i]);</a:t>
            </a:r>
          </a:p>
          <a:p>
            <a:pPr marL="0" indent="0">
              <a:buNone/>
            </a:pPr>
            <a:r>
              <a:rPr lang="en-US" dirty="0" smtClean="0"/>
              <a:t>       delay(duration[i]*1000);    //convert to milliseconds</a:t>
            </a:r>
          </a:p>
          <a:p>
            <a:pPr marL="0" indent="0">
              <a:buNone/>
            </a:pPr>
            <a:r>
              <a:rPr lang="en-US" dirty="0" smtClean="0"/>
              <a:t>       i++;</a:t>
            </a:r>
          </a:p>
          <a:p>
            <a:pPr marL="0" indent="0">
              <a:buNone/>
            </a:pPr>
            <a:r>
              <a:rPr lang="en-US" dirty="0" smtClean="0"/>
              <a:t>    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53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279</Words>
  <Application>Microsoft Office PowerPoint</Application>
  <PresentationFormat>On-screen Show (4:3)</PresentationFormat>
  <Paragraphs>74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Audio Lab</vt:lpstr>
      <vt:lpstr>Tone Function</vt:lpstr>
      <vt:lpstr>Hardware</vt:lpstr>
      <vt:lpstr>Musical Frequencies</vt:lpstr>
      <vt:lpstr>Musical Frequencies</vt:lpstr>
      <vt:lpstr>Array of Notes and Duration</vt:lpstr>
      <vt:lpstr>Play the Music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Lab</dc:title>
  <dc:creator>Marc</dc:creator>
  <cp:lastModifiedBy>Marc</cp:lastModifiedBy>
  <cp:revision>14</cp:revision>
  <dcterms:created xsi:type="dcterms:W3CDTF">2011-04-10T23:01:01Z</dcterms:created>
  <dcterms:modified xsi:type="dcterms:W3CDTF">2011-04-19T00:10:09Z</dcterms:modified>
</cp:coreProperties>
</file>