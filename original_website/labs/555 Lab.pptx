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57" r:id="rId5"/>
    <p:sldId id="260" r:id="rId6"/>
    <p:sldId id="258" r:id="rId7"/>
    <p:sldId id="259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19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0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7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7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62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8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65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38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4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44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6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C373A-F314-4D46-9633-88772D8614FA}" type="datetimeFigureOut">
              <a:rPr lang="en-US" smtClean="0"/>
              <a:t>10/28/2010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ACEDC-F343-4BDB-AA21-2A51285B9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9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L9mwGeDAxhk&amp;feature=relate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ycounter.com/Calculators/NE555-Calculator.p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Practical Electronics Club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First Real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49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Practical Electronics?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DIY Night Vision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6432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Electronics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blackboard or tablet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68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555 Timer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828800"/>
            <a:ext cx="2409825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667000"/>
            <a:ext cx="1571625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3971925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381625"/>
            <a:ext cx="5191125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368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Lazy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Online Calculator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1155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 start out with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/>
          <a:lstStyle/>
          <a:p>
            <a:r>
              <a:rPr lang="en-US" dirty="0" smtClean="0"/>
              <a:t>We have a 1 </a:t>
            </a:r>
            <a:r>
              <a:rPr lang="en-US" dirty="0" err="1" smtClean="0"/>
              <a:t>uF</a:t>
            </a:r>
            <a:r>
              <a:rPr lang="en-US" dirty="0" smtClean="0"/>
              <a:t> capacitor</a:t>
            </a:r>
          </a:p>
          <a:p>
            <a:r>
              <a:rPr lang="en-US" dirty="0" smtClean="0"/>
              <a:t>Rate of blinking?</a:t>
            </a:r>
          </a:p>
          <a:p>
            <a:r>
              <a:rPr lang="en-US" dirty="0" smtClean="0"/>
              <a:t>Duty-cycle?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385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Circuit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 = </a:t>
            </a:r>
            <a:r>
              <a:rPr lang="en-US" dirty="0" err="1" smtClean="0"/>
              <a:t>Rb</a:t>
            </a:r>
            <a:r>
              <a:rPr lang="en-US" dirty="0" smtClean="0"/>
              <a:t> = 100k ohm</a:t>
            </a:r>
          </a:p>
        </p:txBody>
      </p:sp>
    </p:spTree>
    <p:extLst>
      <p:ext uri="{BB962C8B-B14F-4D97-AF65-F5344CB8AC3E}">
        <p14:creationId xmlns:p14="http://schemas.microsoft.com/office/powerpoint/2010/main" val="2177045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Equipment</a:t>
            </a:r>
          </a:p>
          <a:p>
            <a:pPr lvl="1"/>
            <a:r>
              <a:rPr lang="en-US" sz="2000" dirty="0" smtClean="0"/>
              <a:t>Breadboard</a:t>
            </a:r>
          </a:p>
          <a:p>
            <a:pPr lvl="1"/>
            <a:r>
              <a:rPr lang="en-US" sz="2000" dirty="0" smtClean="0"/>
              <a:t>Wire and strippers</a:t>
            </a:r>
          </a:p>
          <a:p>
            <a:pPr lvl="1"/>
            <a:r>
              <a:rPr lang="en-US" sz="2000" dirty="0" smtClean="0"/>
              <a:t>Battery and leads</a:t>
            </a:r>
          </a:p>
          <a:p>
            <a:pPr lvl="1"/>
            <a:r>
              <a:rPr lang="en-US" sz="2000" dirty="0" smtClean="0"/>
              <a:t>2 100k ohm resistors</a:t>
            </a:r>
          </a:p>
          <a:p>
            <a:pPr lvl="1"/>
            <a:r>
              <a:rPr lang="en-US" sz="2000" dirty="0" smtClean="0"/>
              <a:t>0.01 </a:t>
            </a:r>
            <a:r>
              <a:rPr lang="en-US" sz="2000" dirty="0" err="1" smtClean="0"/>
              <a:t>uF</a:t>
            </a:r>
            <a:r>
              <a:rPr lang="en-US" sz="2000" dirty="0" smtClean="0"/>
              <a:t> </a:t>
            </a:r>
            <a:r>
              <a:rPr lang="en-US" sz="2000" dirty="0" smtClean="0"/>
              <a:t>cap (green)</a:t>
            </a:r>
            <a:endParaRPr lang="en-US" sz="2000" dirty="0" smtClean="0"/>
          </a:p>
          <a:p>
            <a:pPr lvl="1"/>
            <a:r>
              <a:rPr lang="en-US" sz="2000" dirty="0" smtClean="0"/>
              <a:t>1 </a:t>
            </a:r>
            <a:r>
              <a:rPr lang="en-US" sz="2000" dirty="0" err="1" smtClean="0"/>
              <a:t>uF</a:t>
            </a:r>
            <a:r>
              <a:rPr lang="en-US" sz="2000" dirty="0" smtClean="0"/>
              <a:t> </a:t>
            </a:r>
            <a:r>
              <a:rPr lang="en-US" sz="2000" dirty="0" smtClean="0"/>
              <a:t>cap (black)</a:t>
            </a:r>
            <a:endParaRPr lang="en-US" sz="2000" dirty="0" smtClean="0"/>
          </a:p>
          <a:p>
            <a:endParaRPr lang="en-US" sz="2400" dirty="0"/>
          </a:p>
          <a:p>
            <a:r>
              <a:rPr lang="en-US" sz="2400" dirty="0" smtClean="0"/>
              <a:t>Notes</a:t>
            </a:r>
          </a:p>
          <a:p>
            <a:pPr lvl="1"/>
            <a:r>
              <a:rPr lang="en-US" sz="2000" dirty="0" smtClean="0"/>
              <a:t>Longer </a:t>
            </a:r>
            <a:r>
              <a:rPr lang="en-US" sz="2000" dirty="0" smtClean="0"/>
              <a:t>pin is </a:t>
            </a:r>
            <a:r>
              <a:rPr lang="en-US" sz="2000" dirty="0" smtClean="0"/>
              <a:t>the + side (LED and Capacitors)</a:t>
            </a:r>
          </a:p>
          <a:p>
            <a:pPr lvl="1"/>
            <a:r>
              <a:rPr lang="en-US" sz="2000" dirty="0" smtClean="0"/>
              <a:t>Make sure the notch on the chip is at the </a:t>
            </a:r>
            <a:r>
              <a:rPr lang="en-US" sz="2000" dirty="0" smtClean="0"/>
              <a:t>top</a:t>
            </a:r>
            <a:endParaRPr lang="en-US" sz="2000" dirty="0" smtClean="0"/>
          </a:p>
          <a:p>
            <a:endParaRPr lang="en-US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447800"/>
            <a:ext cx="4752975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5" y="4629150"/>
            <a:ext cx="2828925" cy="161925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54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9777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62</TotalTime>
  <Words>99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Practical Electronics Club</vt:lpstr>
      <vt:lpstr>Why Practical Electronics?</vt:lpstr>
      <vt:lpstr>Electronics Basics</vt:lpstr>
      <vt:lpstr>555 Timer</vt:lpstr>
      <vt:lpstr>Lazy Method</vt:lpstr>
      <vt:lpstr>What we start out with</vt:lpstr>
      <vt:lpstr>Our Circuit</vt:lpstr>
      <vt:lpstr>Build Time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Electronics Club</dc:title>
  <dc:creator>Marc</dc:creator>
  <cp:lastModifiedBy>Marc</cp:lastModifiedBy>
  <cp:revision>10</cp:revision>
  <dcterms:created xsi:type="dcterms:W3CDTF">2010-10-14T21:05:46Z</dcterms:created>
  <dcterms:modified xsi:type="dcterms:W3CDTF">2010-10-28T21:40:44Z</dcterms:modified>
</cp:coreProperties>
</file>