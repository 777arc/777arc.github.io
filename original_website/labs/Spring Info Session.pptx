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7" r:id="rId4"/>
    <p:sldId id="258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-118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07BD-087B-49B9-90C9-E691D139BD2A}" type="datetimeFigureOut">
              <a:rPr lang="en-US" smtClean="0"/>
              <a:t>2/7/2011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758C0-F735-4596-8818-0ADAFC10F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0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07BD-087B-49B9-90C9-E691D139BD2A}" type="datetimeFigureOut">
              <a:rPr lang="en-US" smtClean="0"/>
              <a:t>2/7/2011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758C0-F735-4596-8818-0ADAFC10F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533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07BD-087B-49B9-90C9-E691D139BD2A}" type="datetimeFigureOut">
              <a:rPr lang="en-US" smtClean="0"/>
              <a:t>2/7/2011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758C0-F735-4596-8818-0ADAFC10F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658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07BD-087B-49B9-90C9-E691D139BD2A}" type="datetimeFigureOut">
              <a:rPr lang="en-US" smtClean="0"/>
              <a:t>2/7/2011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758C0-F735-4596-8818-0ADAFC10F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445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07BD-087B-49B9-90C9-E691D139BD2A}" type="datetimeFigureOut">
              <a:rPr lang="en-US" smtClean="0"/>
              <a:t>2/7/2011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758C0-F735-4596-8818-0ADAFC10F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12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07BD-087B-49B9-90C9-E691D139BD2A}" type="datetimeFigureOut">
              <a:rPr lang="en-US" smtClean="0"/>
              <a:t>2/7/2011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758C0-F735-4596-8818-0ADAFC10F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371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07BD-087B-49B9-90C9-E691D139BD2A}" type="datetimeFigureOut">
              <a:rPr lang="en-US" smtClean="0"/>
              <a:t>2/7/2011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758C0-F735-4596-8818-0ADAFC10F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075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07BD-087B-49B9-90C9-E691D139BD2A}" type="datetimeFigureOut">
              <a:rPr lang="en-US" smtClean="0"/>
              <a:t>2/7/2011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758C0-F735-4596-8818-0ADAFC10F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50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07BD-087B-49B9-90C9-E691D139BD2A}" type="datetimeFigureOut">
              <a:rPr lang="en-US" smtClean="0"/>
              <a:t>2/7/2011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758C0-F735-4596-8818-0ADAFC10F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291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07BD-087B-49B9-90C9-E691D139BD2A}" type="datetimeFigureOut">
              <a:rPr lang="en-US" smtClean="0"/>
              <a:t>2/7/2011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758C0-F735-4596-8818-0ADAFC10F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199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07BD-087B-49B9-90C9-E691D139BD2A}" type="datetimeFigureOut">
              <a:rPr lang="en-US" smtClean="0"/>
              <a:t>2/7/2011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758C0-F735-4596-8818-0ADAFC10F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853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5307BD-087B-49B9-90C9-E691D139BD2A}" type="datetimeFigureOut">
              <a:rPr lang="en-US" smtClean="0"/>
              <a:t>2/7/2011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758C0-F735-4596-8818-0ADAFC10F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5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Qlukl5fLi7s&amp;feature=related" TargetMode="External"/><Relationship Id="rId2" Type="http://schemas.openxmlformats.org/officeDocument/2006/relationships/hyperlink" Target="http://www.youtube.com/watch?v=FCRbkroobXM&amp;feature=relate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lum bright="40000"/>
          </a:blip>
          <a:srcRect/>
          <a:stretch>
            <a:fillRect/>
          </a:stretch>
        </p:blipFill>
        <p:spPr bwMode="auto">
          <a:xfrm>
            <a:off x="0" y="0"/>
            <a:ext cx="9149126" cy="723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2133600" y="2743200"/>
            <a:ext cx="5181600" cy="14478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900" dirty="0" smtClean="0">
                <a:solidFill>
                  <a:sysClr val="windowText" lastClr="000000"/>
                </a:solidFill>
                <a:latin typeface="Agency FB" pitchFamily="34" charset="0"/>
              </a:rPr>
              <a:t>Arduino Lab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819400"/>
            <a:ext cx="287655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2689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About the Lab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Take what we did last semester, and add a computer to the circuit</a:t>
            </a:r>
          </a:p>
          <a:p>
            <a:pPr lvl="1"/>
            <a:r>
              <a:rPr lang="en-US" sz="1600" dirty="0" smtClean="0"/>
              <a:t>Same tools and components, </a:t>
            </a:r>
            <a:r>
              <a:rPr lang="en-US" sz="1600" dirty="0" smtClean="0"/>
              <a:t>plus an Arduino</a:t>
            </a:r>
            <a:endParaRPr lang="en-US" sz="1600" dirty="0" smtClean="0"/>
          </a:p>
          <a:p>
            <a:pPr lvl="1"/>
            <a:r>
              <a:rPr lang="en-US" sz="1600" dirty="0" smtClean="0"/>
              <a:t>Lab will focus on the software that controls the </a:t>
            </a:r>
            <a:r>
              <a:rPr lang="en-US" sz="1600" dirty="0" smtClean="0"/>
              <a:t>hardware</a:t>
            </a:r>
          </a:p>
          <a:p>
            <a:r>
              <a:rPr lang="en-US" sz="2000" dirty="0" smtClean="0"/>
              <a:t>YOU will be designing the software</a:t>
            </a:r>
            <a:endParaRPr lang="en-US" sz="1800" dirty="0" smtClean="0"/>
          </a:p>
          <a:p>
            <a:r>
              <a:rPr lang="en-US" sz="2000" dirty="0" smtClean="0"/>
              <a:t>Equally </a:t>
            </a:r>
            <a:r>
              <a:rPr lang="en-US" sz="2000" dirty="0" smtClean="0"/>
              <a:t>applicable to EE and CPE</a:t>
            </a:r>
          </a:p>
          <a:p>
            <a:r>
              <a:rPr lang="en-US" sz="2000" dirty="0" smtClean="0"/>
              <a:t>I’ll provide everything except an Arduino (with the exception of loaners)</a:t>
            </a:r>
          </a:p>
          <a:p>
            <a:r>
              <a:rPr lang="en-US" sz="2000" dirty="0" smtClean="0"/>
              <a:t>Bring your laptop! </a:t>
            </a:r>
          </a:p>
          <a:p>
            <a:endParaRPr lang="en-US" sz="2000" dirty="0" smtClean="0"/>
          </a:p>
          <a:p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856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dirty="0" smtClean="0"/>
              <a:t>Arduino Nano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0" y="3733800"/>
            <a:ext cx="47625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66866" y="5075872"/>
            <a:ext cx="21335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 smtClean="0"/>
              <a:t>Why Nano?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Breadboard-able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Mini-USB cable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Tiny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648200" y="916919"/>
            <a:ext cx="5486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</a:t>
            </a:r>
            <a:r>
              <a:rPr lang="en-US" u="sng" dirty="0" smtClean="0"/>
              <a:t>Specifications:     </a:t>
            </a:r>
            <a:endParaRPr lang="en-US" u="sng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Microcontroller- Atmel ATmega328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Operating Voltage- 5 V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Digital </a:t>
            </a:r>
            <a:r>
              <a:rPr lang="en-US" dirty="0"/>
              <a:t>I/O </a:t>
            </a:r>
            <a:r>
              <a:rPr lang="en-US" dirty="0" smtClean="0"/>
              <a:t>Pins- 14 (6 </a:t>
            </a:r>
            <a:r>
              <a:rPr lang="en-US" dirty="0"/>
              <a:t>provide PWM </a:t>
            </a:r>
            <a:r>
              <a:rPr lang="en-US" dirty="0" smtClean="0"/>
              <a:t>output)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Analog </a:t>
            </a:r>
            <a:r>
              <a:rPr lang="en-US" dirty="0"/>
              <a:t>Input </a:t>
            </a:r>
            <a:r>
              <a:rPr lang="en-US" dirty="0" smtClean="0"/>
              <a:t>Pins- 8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DC </a:t>
            </a:r>
            <a:r>
              <a:rPr lang="en-US" dirty="0"/>
              <a:t>Current per I/O </a:t>
            </a:r>
            <a:r>
              <a:rPr lang="en-US" dirty="0" smtClean="0"/>
              <a:t>Pin- 40 mA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Flash Memory- 32 </a:t>
            </a:r>
            <a:r>
              <a:rPr lang="en-US" dirty="0"/>
              <a:t>KB </a:t>
            </a:r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Clock Speed- 16 MHz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Dimensions- 0.70</a:t>
            </a:r>
            <a:r>
              <a:rPr lang="en-US" dirty="0"/>
              <a:t>” x 1.70”</a:t>
            </a:r>
            <a:br>
              <a:rPr lang="en-US" dirty="0"/>
            </a:b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82" r="21569" b="5028"/>
          <a:stretch/>
        </p:blipFill>
        <p:spPr bwMode="auto">
          <a:xfrm>
            <a:off x="361150" y="685801"/>
            <a:ext cx="1713539" cy="424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4" t="4611" r="22178" b="3473"/>
          <a:stretch/>
        </p:blipFill>
        <p:spPr bwMode="auto">
          <a:xfrm>
            <a:off x="2209934" y="838200"/>
            <a:ext cx="1676266" cy="4094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3180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 Projects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33400" y="1446024"/>
            <a:ext cx="8229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www.youtube.com/watch?v=FCRbkroobXM&amp;feature=related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www.youtube.com/watch?v=Qlukl5fLi7s&amp;feature=related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19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Arduino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C++ with Arduino related functions</a:t>
            </a:r>
          </a:p>
          <a:p>
            <a:r>
              <a:rPr lang="en-US" dirty="0" smtClean="0"/>
              <a:t>Very simple to write</a:t>
            </a:r>
          </a:p>
          <a:p>
            <a:r>
              <a:rPr lang="en-US" dirty="0" smtClean="0"/>
              <a:t>Tons of online code and references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</a:t>
            </a:r>
            <a:r>
              <a:rPr lang="en-US" u="sng" dirty="0" smtClean="0"/>
              <a:t>Example</a:t>
            </a:r>
          </a:p>
          <a:p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7975" y="4610100"/>
            <a:ext cx="3781425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7473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148</Words>
  <Application>Microsoft Office PowerPoint</Application>
  <PresentationFormat>On-screen Show (4:3)</PresentationFormat>
  <Paragraphs>33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About the Lab</vt:lpstr>
      <vt:lpstr>Arduino Nano</vt:lpstr>
      <vt:lpstr>Example Projects</vt:lpstr>
      <vt:lpstr>Arduino Code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Arduino Lab</dc:title>
  <dc:creator>Marc</dc:creator>
  <cp:lastModifiedBy>Marc</cp:lastModifiedBy>
  <cp:revision>11</cp:revision>
  <dcterms:created xsi:type="dcterms:W3CDTF">2011-02-02T17:22:24Z</dcterms:created>
  <dcterms:modified xsi:type="dcterms:W3CDTF">2011-02-07T22:09:01Z</dcterms:modified>
</cp:coreProperties>
</file>